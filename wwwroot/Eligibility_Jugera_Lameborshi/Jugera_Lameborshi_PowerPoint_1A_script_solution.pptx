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61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91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BB7E-ADDC-45C4-B640-2441B68660BB}" type="datetimeFigureOut">
              <a:rPr lang="en-US" smtClean="0"/>
              <a:t>11/11/2025</a:t>
            </a:fld>
            <a:endParaRPr lang="en-US" dirty="0" smtClean="0"/>
          </a:p>
          <a:p>
            <a:r>
              <a:rPr lang="en-US" dirty="0" smtClean="0"/>
              <a:t>12:38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1A_ADFF_Overview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70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1AF4F-666E-455E-B55B-0A46AC7B3072}" type="datetimeFigureOut">
              <a:rPr lang="en-US" smtClean="0"/>
              <a:pPr/>
              <a:t>11/11/2025</a:t>
            </a:fld>
            <a:endParaRPr lang="en-US" dirty="0" smtClean="0"/>
          </a:p>
          <a:p>
            <a:r>
              <a:rPr lang="en-US" dirty="0" smtClean="0"/>
              <a:t>12:38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045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1A_ADFF_Overview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C915C18-3E06-4046-8F54-0E501751775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55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1A_ADFF_Overview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C915C18-3E06-4046-8F54-0E50175177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07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Access Downtown has locations in Washington, Oregon, and Idaho.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C915C18-3E06-4046-8F54-0E5017517756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1A_ADFF_Overview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36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1A_ADFF_Overview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C915C18-3E06-4046-8F54-0E50175177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12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6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20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4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68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80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6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5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3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0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4465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71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708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94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70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0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D24B0-0850-44B5-A4B4-0489DF69598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69848B8-1304-41E6-8166-DDBA15018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Access Downtown</a:t>
            </a:r>
            <a:br>
              <a:rPr lang="en-US" dirty="0"/>
            </a:br>
            <a:r>
              <a:rPr lang="en-US" dirty="0"/>
              <a:t>Fitness Facility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My Body </a:t>
            </a:r>
          </a:p>
          <a:p>
            <a:r>
              <a:rPr lang="en-US" dirty="0" smtClean="0"/>
              <a:t>My Fitness Facility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09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Goals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82" b="2168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Whether you want to lose weight or firm up, Access Downtown can make your fitness goals come true</a:t>
            </a:r>
            <a:r>
              <a:rPr lang="en-US" dirty="0" smtClean="0"/>
              <a:t>.</a:t>
            </a:r>
          </a:p>
          <a:p>
            <a:r>
              <a:rPr lang="en-US" dirty="0"/>
              <a:t>If you want it, we will help you accomplish it.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2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Downtown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Accredited </a:t>
            </a:r>
            <a:r>
              <a:rPr lang="en-US" dirty="0" smtClean="0"/>
              <a:t>Coaches</a:t>
            </a:r>
          </a:p>
          <a:p>
            <a:pPr lvl="1"/>
            <a:r>
              <a:rPr lang="en-US" dirty="0"/>
              <a:t>Professional </a:t>
            </a:r>
            <a:r>
              <a:rPr lang="en-US" dirty="0" smtClean="0"/>
              <a:t>Facilities</a:t>
            </a:r>
          </a:p>
          <a:p>
            <a:r>
              <a:rPr lang="en-US" dirty="0"/>
              <a:t>Specializing in weight </a:t>
            </a:r>
            <a:r>
              <a:rPr lang="en-US" dirty="0" smtClean="0"/>
              <a:t>training</a:t>
            </a:r>
          </a:p>
          <a:p>
            <a:pPr lvl="1"/>
            <a:r>
              <a:rPr lang="en-US" dirty="0"/>
              <a:t>In the West </a:t>
            </a: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9254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Fitness Facility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531" y="2160588"/>
            <a:ext cx="5782975" cy="38814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3129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smtClean="0"/>
              <a:t>Us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Access Downtown was started by Mike </a:t>
            </a:r>
            <a:r>
              <a:rPr lang="en-US" dirty="0" err="1"/>
              <a:t>Jaynes</a:t>
            </a:r>
            <a:r>
              <a:rPr lang="en-US" dirty="0"/>
              <a:t> and Courtney Wedel in January of 2003. Both Mike and Courtney are committed to fitness at all levels. </a:t>
            </a:r>
          </a:p>
        </p:txBody>
      </p:sp>
    </p:spTree>
    <p:extLst>
      <p:ext uri="{BB962C8B-B14F-4D97-AF65-F5344CB8AC3E}">
        <p14:creationId xmlns:p14="http://schemas.microsoft.com/office/powerpoint/2010/main" val="236913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</TotalTime>
  <Words>106</Words>
  <Application>Microsoft Office PowerPoint</Application>
  <PresentationFormat>Widescreen</PresentationFormat>
  <Paragraphs>23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</vt:lpstr>
      <vt:lpstr>Access Downtown Fitness Facility </vt:lpstr>
      <vt:lpstr>My Goals</vt:lpstr>
      <vt:lpstr>Access Downtown</vt:lpstr>
      <vt:lpstr>My Fitness Facility</vt:lpstr>
      <vt:lpstr>About 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Downtown</dc:title>
  <dc:creator>CS-STUDENT</dc:creator>
  <cp:lastModifiedBy>CS-STUDENT</cp:lastModifiedBy>
  <cp:revision>5</cp:revision>
  <dcterms:created xsi:type="dcterms:W3CDTF">2025-11-11T11:22:42Z</dcterms:created>
  <dcterms:modified xsi:type="dcterms:W3CDTF">2025-11-11T11:42:40Z</dcterms:modified>
</cp:coreProperties>
</file>